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5323CED-F841-4711-AB3D-B8BF3038E09A}" v="7" dt="2026-01-19T07:36:21.00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9018" autoAdjust="0"/>
    <p:restoredTop sz="94660"/>
  </p:normalViewPr>
  <p:slideViewPr>
    <p:cSldViewPr snapToGrid="0" showGuides="1">
      <p:cViewPr varScale="1">
        <p:scale>
          <a:sx n="94" d="100"/>
          <a:sy n="94" d="100"/>
        </p:scale>
        <p:origin x="86" y="2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presProps" Target="presProps.xml"/><Relationship Id="rId13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microsoft.com/office/2016/11/relationships/changesInfo" Target="changesInfos/changesInfo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bleStyles" Target="tableStyles.xml"/><Relationship Id="rId5" Type="http://schemas.openxmlformats.org/officeDocument/2006/relationships/slide" Target="slides/slide4.xml"/><Relationship Id="rId10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uryakala R" userId="fed47d94121193ea" providerId="LiveId" clId="{25F6271A-BBA4-4D5B-B0AA-66117FD15651}"/>
    <pc:docChg chg="custSel addSld delSld modSld">
      <pc:chgData name="Suryakala R" userId="fed47d94121193ea" providerId="LiveId" clId="{25F6271A-BBA4-4D5B-B0AA-66117FD15651}" dt="2026-01-19T11:52:34.715" v="104" actId="20577"/>
      <pc:docMkLst>
        <pc:docMk/>
      </pc:docMkLst>
      <pc:sldChg chg="modSp mod">
        <pc:chgData name="Suryakala R" userId="fed47d94121193ea" providerId="LiveId" clId="{25F6271A-BBA4-4D5B-B0AA-66117FD15651}" dt="2026-01-19T11:52:34.715" v="104" actId="20577"/>
        <pc:sldMkLst>
          <pc:docMk/>
          <pc:sldMk cId="3709757071" sldId="256"/>
        </pc:sldMkLst>
        <pc:spChg chg="mod">
          <ac:chgData name="Suryakala R" userId="fed47d94121193ea" providerId="LiveId" clId="{25F6271A-BBA4-4D5B-B0AA-66117FD15651}" dt="2026-01-19T11:52:34.715" v="104" actId="20577"/>
          <ac:spMkLst>
            <pc:docMk/>
            <pc:sldMk cId="3709757071" sldId="256"/>
            <ac:spMk id="3" creationId="{8D558768-39A3-FE16-D0CF-63F1AFC97D51}"/>
          </ac:spMkLst>
        </pc:spChg>
      </pc:sldChg>
      <pc:sldChg chg="modSp mod">
        <pc:chgData name="Suryakala R" userId="fed47d94121193ea" providerId="LiveId" clId="{25F6271A-BBA4-4D5B-B0AA-66117FD15651}" dt="2026-01-19T11:17:30.203" v="76" actId="1076"/>
        <pc:sldMkLst>
          <pc:docMk/>
          <pc:sldMk cId="3697600250" sldId="257"/>
        </pc:sldMkLst>
        <pc:spChg chg="mod">
          <ac:chgData name="Suryakala R" userId="fed47d94121193ea" providerId="LiveId" clId="{25F6271A-BBA4-4D5B-B0AA-66117FD15651}" dt="2026-01-19T11:17:30.203" v="76" actId="1076"/>
          <ac:spMkLst>
            <pc:docMk/>
            <pc:sldMk cId="3697600250" sldId="257"/>
            <ac:spMk id="2" creationId="{B3A535F2-1370-1595-3D30-051BF7178588}"/>
          </ac:spMkLst>
        </pc:spChg>
      </pc:sldChg>
      <pc:sldChg chg="modSp mod">
        <pc:chgData name="Suryakala R" userId="fed47d94121193ea" providerId="LiveId" clId="{25F6271A-BBA4-4D5B-B0AA-66117FD15651}" dt="2026-01-19T07:36:28.696" v="43" actId="27636"/>
        <pc:sldMkLst>
          <pc:docMk/>
          <pc:sldMk cId="1564179884" sldId="258"/>
        </pc:sldMkLst>
        <pc:spChg chg="mod">
          <ac:chgData name="Suryakala R" userId="fed47d94121193ea" providerId="LiveId" clId="{25F6271A-BBA4-4D5B-B0AA-66117FD15651}" dt="2026-01-19T07:36:28.696" v="43" actId="27636"/>
          <ac:spMkLst>
            <pc:docMk/>
            <pc:sldMk cId="1564179884" sldId="258"/>
            <ac:spMk id="3" creationId="{F00A0F1E-D785-633E-33D2-A026A7E25124}"/>
          </ac:spMkLst>
        </pc:spChg>
      </pc:sldChg>
      <pc:sldChg chg="addSp modSp mod">
        <pc:chgData name="Suryakala R" userId="fed47d94121193ea" providerId="LiveId" clId="{25F6271A-BBA4-4D5B-B0AA-66117FD15651}" dt="2026-01-19T07:32:55.564" v="7" actId="1076"/>
        <pc:sldMkLst>
          <pc:docMk/>
          <pc:sldMk cId="1221800572" sldId="259"/>
        </pc:sldMkLst>
        <pc:spChg chg="mod">
          <ac:chgData name="Suryakala R" userId="fed47d94121193ea" providerId="LiveId" clId="{25F6271A-BBA4-4D5B-B0AA-66117FD15651}" dt="2026-01-19T07:32:49.899" v="6" actId="2711"/>
          <ac:spMkLst>
            <pc:docMk/>
            <pc:sldMk cId="1221800572" sldId="259"/>
            <ac:spMk id="3" creationId="{08CC5110-7BA9-31B1-E422-BE8175A801EB}"/>
          </ac:spMkLst>
        </pc:spChg>
        <pc:picChg chg="add mod">
          <ac:chgData name="Suryakala R" userId="fed47d94121193ea" providerId="LiveId" clId="{25F6271A-BBA4-4D5B-B0AA-66117FD15651}" dt="2026-01-19T07:32:55.564" v="7" actId="1076"/>
          <ac:picMkLst>
            <pc:docMk/>
            <pc:sldMk cId="1221800572" sldId="259"/>
            <ac:picMk id="5" creationId="{049B90DD-A4BB-59E2-107E-3BD0A0BF6F43}"/>
          </ac:picMkLst>
        </pc:picChg>
      </pc:sldChg>
      <pc:sldChg chg="delSp modSp new mod">
        <pc:chgData name="Suryakala R" userId="fed47d94121193ea" providerId="LiveId" clId="{25F6271A-BBA4-4D5B-B0AA-66117FD15651}" dt="2026-01-19T11:14:25.742" v="56" actId="20577"/>
        <pc:sldMkLst>
          <pc:docMk/>
          <pc:sldMk cId="365413323" sldId="260"/>
        </pc:sldMkLst>
        <pc:spChg chg="del mod">
          <ac:chgData name="Suryakala R" userId="fed47d94121193ea" providerId="LiveId" clId="{25F6271A-BBA4-4D5B-B0AA-66117FD15651}" dt="2026-01-19T07:33:05.239" v="10" actId="478"/>
          <ac:spMkLst>
            <pc:docMk/>
            <pc:sldMk cId="365413323" sldId="260"/>
            <ac:spMk id="2" creationId="{F43B71D8-B376-D6A0-EFA7-6134CE830EA7}"/>
          </ac:spMkLst>
        </pc:spChg>
        <pc:spChg chg="mod">
          <ac:chgData name="Suryakala R" userId="fed47d94121193ea" providerId="LiveId" clId="{25F6271A-BBA4-4D5B-B0AA-66117FD15651}" dt="2026-01-19T11:14:25.742" v="56" actId="20577"/>
          <ac:spMkLst>
            <pc:docMk/>
            <pc:sldMk cId="365413323" sldId="260"/>
            <ac:spMk id="3" creationId="{68FDB36E-7F5D-AC95-E40C-E8CA0D525941}"/>
          </ac:spMkLst>
        </pc:spChg>
      </pc:sldChg>
      <pc:sldChg chg="delSp modSp new mod">
        <pc:chgData name="Suryakala R" userId="fed47d94121193ea" providerId="LiveId" clId="{25F6271A-BBA4-4D5B-B0AA-66117FD15651}" dt="2026-01-19T11:15:22.877" v="74" actId="1076"/>
        <pc:sldMkLst>
          <pc:docMk/>
          <pc:sldMk cId="2965088746" sldId="261"/>
        </pc:sldMkLst>
        <pc:spChg chg="mod">
          <ac:chgData name="Suryakala R" userId="fed47d94121193ea" providerId="LiveId" clId="{25F6271A-BBA4-4D5B-B0AA-66117FD15651}" dt="2026-01-19T11:15:22.877" v="74" actId="1076"/>
          <ac:spMkLst>
            <pc:docMk/>
            <pc:sldMk cId="2965088746" sldId="261"/>
            <ac:spMk id="2" creationId="{42BF7319-DE2A-5198-798F-72F6C6A06A5E}"/>
          </ac:spMkLst>
        </pc:spChg>
        <pc:spChg chg="del mod">
          <ac:chgData name="Suryakala R" userId="fed47d94121193ea" providerId="LiveId" clId="{25F6271A-BBA4-4D5B-B0AA-66117FD15651}" dt="2026-01-19T11:14:57.313" v="61" actId="478"/>
          <ac:spMkLst>
            <pc:docMk/>
            <pc:sldMk cId="2965088746" sldId="261"/>
            <ac:spMk id="3" creationId="{34757001-9311-8365-128C-23DD673F7479}"/>
          </ac:spMkLst>
        </pc:spChg>
      </pc:sldChg>
      <pc:sldChg chg="new del">
        <pc:chgData name="Suryakala R" userId="fed47d94121193ea" providerId="LiveId" clId="{25F6271A-BBA4-4D5B-B0AA-66117FD15651}" dt="2026-01-19T11:14:45.426" v="58" actId="47"/>
        <pc:sldMkLst>
          <pc:docMk/>
          <pc:sldMk cId="3881757833" sldId="261"/>
        </pc:sldMkLst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915128" y="1788454"/>
            <a:ext cx="8361229" cy="2098226"/>
          </a:xfrm>
        </p:spPr>
        <p:txBody>
          <a:bodyPr anchor="b">
            <a:noAutofit/>
          </a:bodyPr>
          <a:lstStyle>
            <a:lvl1pPr algn="ct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679906" y="3956279"/>
            <a:ext cx="6831673" cy="1086237"/>
          </a:xfrm>
        </p:spPr>
        <p:txBody>
          <a:bodyPr>
            <a:normAutofit/>
          </a:bodyPr>
          <a:lstStyle>
            <a:lvl1pPr marL="0" indent="0" algn="ct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3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52858" y="6453386"/>
            <a:ext cx="1607944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054" y="6453386"/>
            <a:ext cx="7023377" cy="404614"/>
          </a:xfrm>
        </p:spPr>
        <p:txBody>
          <a:bodyPr/>
          <a:lstStyle>
            <a:lvl1pPr algn="ctr">
              <a:defRPr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grpSp>
        <p:nvGrpSpPr>
          <p:cNvPr id="7" name="Group 6"/>
          <p:cNvGrpSpPr/>
          <p:nvPr/>
        </p:nvGrpSpPr>
        <p:grpSpPr>
          <a:xfrm>
            <a:off x="752858" y="744469"/>
            <a:ext cx="10674117" cy="5349671"/>
            <a:chOff x="752858" y="744469"/>
            <a:chExt cx="10674117" cy="5349671"/>
          </a:xfrm>
        </p:grpSpPr>
        <p:sp>
          <p:nvSpPr>
            <p:cNvPr id="11" name="Freeform 6"/>
            <p:cNvSpPr/>
            <p:nvPr/>
          </p:nvSpPr>
          <p:spPr bwMode="auto">
            <a:xfrm>
              <a:off x="8151962" y="1685652"/>
              <a:ext cx="3275013" cy="4408488"/>
            </a:xfrm>
            <a:custGeom>
              <a:avLst/>
              <a:gdLst/>
              <a:ahLst/>
              <a:cxnLst/>
              <a:rect l="l" t="t" r="r" b="b"/>
              <a:pathLst>
                <a:path w="10000" h="10000">
                  <a:moveTo>
                    <a:pt x="8761" y="0"/>
                  </a:moveTo>
                  <a:lnTo>
                    <a:pt x="10000" y="0"/>
                  </a:lnTo>
                  <a:lnTo>
                    <a:pt x="10000" y="10000"/>
                  </a:lnTo>
                  <a:lnTo>
                    <a:pt x="0" y="10000"/>
                  </a:lnTo>
                  <a:lnTo>
                    <a:pt x="0" y="9126"/>
                  </a:lnTo>
                  <a:lnTo>
                    <a:pt x="8761" y="9127"/>
                  </a:lnTo>
                  <a:lnTo>
                    <a:pt x="8761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  <p:sp>
          <p:nvSpPr>
            <p:cNvPr id="14" name="Freeform 6"/>
            <p:cNvSpPr/>
            <p:nvPr/>
          </p:nvSpPr>
          <p:spPr bwMode="auto">
            <a:xfrm flipH="1" flipV="1">
              <a:off x="752858" y="744469"/>
              <a:ext cx="3275668" cy="4408488"/>
            </a:xfrm>
            <a:custGeom>
              <a:avLst/>
              <a:gdLst/>
              <a:ahLst/>
              <a:cxnLst/>
              <a:rect l="l" t="t" r="r" b="b"/>
              <a:pathLst>
                <a:path w="10002" h="10000">
                  <a:moveTo>
                    <a:pt x="8763" y="0"/>
                  </a:moveTo>
                  <a:lnTo>
                    <a:pt x="10002" y="0"/>
                  </a:lnTo>
                  <a:lnTo>
                    <a:pt x="10002" y="10000"/>
                  </a:lnTo>
                  <a:lnTo>
                    <a:pt x="2" y="10000"/>
                  </a:lnTo>
                  <a:cubicBezTo>
                    <a:pt x="-2" y="9698"/>
                    <a:pt x="4" y="9427"/>
                    <a:pt x="0" y="9125"/>
                  </a:cubicBezTo>
                  <a:lnTo>
                    <a:pt x="8763" y="9128"/>
                  </a:lnTo>
                  <a:lnTo>
                    <a:pt x="8763" y="0"/>
                  </a:lnTo>
                  <a:close/>
                </a:path>
              </a:pathLst>
            </a:custGeom>
            <a:solidFill>
              <a:schemeClr val="tx2"/>
            </a:solidFill>
            <a:ln w="0">
              <a:noFill/>
              <a:prstDash val="solid"/>
              <a:round/>
              <a:headEnd/>
              <a:tailEnd/>
            </a:ln>
          </p:spPr>
        </p:sp>
      </p:grp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5025" y="1301360"/>
            <a:ext cx="9612971" cy="2852737"/>
          </a:xfrm>
        </p:spPr>
        <p:txBody>
          <a:bodyPr anchor="b">
            <a:normAutofit/>
          </a:bodyPr>
          <a:lstStyle>
            <a:lvl1pPr algn="r">
              <a:defRPr sz="7200" cap="all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65025" y="4216328"/>
            <a:ext cx="9612971" cy="1143324"/>
          </a:xfrm>
        </p:spPr>
        <p:txBody>
          <a:bodyPr/>
          <a:lstStyle>
            <a:lvl1pPr marL="0" indent="0" algn="r">
              <a:lnSpc>
                <a:spcPct val="112000"/>
              </a:lnSpc>
              <a:spcBef>
                <a:spcPts val="0"/>
              </a:spcBef>
              <a:spcAft>
                <a:spcPts val="0"/>
              </a:spcAft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738908" y="6453386"/>
            <a:ext cx="1622409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584312" y="6453386"/>
            <a:ext cx="7023377" cy="404614"/>
          </a:xfrm>
        </p:spPr>
        <p:txBody>
          <a:bodyPr/>
          <a:lstStyle>
            <a:lvl1pPr algn="ctr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9830683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7" name="Freeform 6" title="Crop Mark"/>
          <p:cNvSpPr/>
          <p:nvPr/>
        </p:nvSpPr>
        <p:spPr bwMode="auto">
          <a:xfrm>
            <a:off x="8151962" y="1685652"/>
            <a:ext cx="3275013" cy="4408488"/>
          </a:xfrm>
          <a:custGeom>
            <a:avLst/>
            <a:gdLst/>
            <a:ahLst/>
            <a:cxnLst/>
            <a:rect l="0" t="0" r="r" b="b"/>
            <a:pathLst>
              <a:path w="4125" h="5554">
                <a:moveTo>
                  <a:pt x="3614" y="0"/>
                </a:moveTo>
                <a:lnTo>
                  <a:pt x="4125" y="0"/>
                </a:lnTo>
                <a:lnTo>
                  <a:pt x="4125" y="5554"/>
                </a:lnTo>
                <a:lnTo>
                  <a:pt x="0" y="5554"/>
                </a:lnTo>
                <a:lnTo>
                  <a:pt x="0" y="5074"/>
                </a:lnTo>
                <a:lnTo>
                  <a:pt x="3614" y="5074"/>
                </a:lnTo>
                <a:lnTo>
                  <a:pt x="3614" y="0"/>
                </a:lnTo>
                <a:close/>
              </a:path>
            </a:pathLst>
          </a:custGeom>
          <a:solidFill>
            <a:schemeClr val="tx2"/>
          </a:solidFill>
          <a:ln w="0">
            <a:noFill/>
            <a:prstDash val="solid"/>
            <a:round/>
            <a:headEnd/>
            <a:tailEnd/>
          </a:ln>
        </p:spPr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371600" y="2285999"/>
            <a:ext cx="4447786" cy="3581401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25403" y="2285999"/>
            <a:ext cx="4447786" cy="3581401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371600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25014" y="2340864"/>
            <a:ext cx="4443984" cy="823912"/>
          </a:xfrm>
        </p:spPr>
        <p:txBody>
          <a:bodyPr anchor="b">
            <a:noAutofit/>
          </a:bodyPr>
          <a:lstStyle>
            <a:lvl1pPr marL="0" indent="0">
              <a:lnSpc>
                <a:spcPct val="84000"/>
              </a:lnSpc>
              <a:spcBef>
                <a:spcPts val="0"/>
              </a:spcBef>
              <a:spcAft>
                <a:spcPts val="0"/>
              </a:spcAft>
              <a:buNone/>
              <a:defRPr sz="3000" b="0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25014" y="3305207"/>
            <a:ext cx="4443984" cy="2562193"/>
          </a:xfrm>
        </p:spPr>
        <p:txBody>
          <a:bodyPr/>
          <a:lstStyle>
            <a:lvl1pPr>
              <a:defRPr baseline="0">
                <a:solidFill>
                  <a:schemeClr val="tx2"/>
                </a:solidFill>
              </a:defRPr>
            </a:lvl1pPr>
            <a:lvl2pPr>
              <a:defRPr baseline="0">
                <a:solidFill>
                  <a:schemeClr val="tx2"/>
                </a:solidFill>
              </a:defRPr>
            </a:lvl2pPr>
            <a:lvl3pPr>
              <a:defRPr baseline="0">
                <a:solidFill>
                  <a:schemeClr val="tx2"/>
                </a:solidFill>
              </a:defRPr>
            </a:lvl3pPr>
            <a:lvl4pPr>
              <a:defRPr baseline="0">
                <a:solidFill>
                  <a:schemeClr val="tx2"/>
                </a:solidFill>
              </a:defRPr>
            </a:lvl4pPr>
            <a:lvl5pPr>
              <a:defRPr baseline="0">
                <a:solidFill>
                  <a:schemeClr val="tx2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Autofit/>
          </a:bodyPr>
          <a:lstStyle>
            <a:lvl1pPr>
              <a:lnSpc>
                <a:spcPct val="84000"/>
              </a:lnSpc>
              <a:defRPr sz="4800" baseline="0">
                <a:solidFill>
                  <a:schemeClr val="tx2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256020" y="685801"/>
            <a:ext cx="5212080" cy="5175250"/>
          </a:xfrm>
        </p:spPr>
        <p:txBody>
          <a:bodyPr/>
          <a:lstStyle>
            <a:lvl1pPr>
              <a:defRPr sz="2000"/>
            </a:lvl1pPr>
            <a:lvl2pPr>
              <a:defRPr sz="2000"/>
            </a:lvl2pPr>
            <a:lvl3pPr>
              <a:defRPr sz="1800"/>
            </a:lvl3pPr>
            <a:lvl4pPr>
              <a:defRPr sz="18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6344"/>
            <a:ext cx="3855720" cy="3011056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 title="Background Shape"/>
          <p:cNvSpPr/>
          <p:nvPr/>
        </p:nvSpPr>
        <p:spPr>
          <a:xfrm>
            <a:off x="0" y="376"/>
            <a:ext cx="5303520" cy="685762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3900" y="685800"/>
            <a:ext cx="3855720" cy="2157884"/>
          </a:xfrm>
        </p:spPr>
        <p:txBody>
          <a:bodyPr anchor="t">
            <a:normAutofit/>
          </a:bodyPr>
          <a:lstStyle>
            <a:lvl1pPr>
              <a:lnSpc>
                <a:spcPct val="84000"/>
              </a:lnSpc>
              <a:defRPr sz="4800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532120" y="0"/>
            <a:ext cx="6659880" cy="6857999"/>
          </a:xfrm>
        </p:spPr>
        <p:txBody>
          <a:bodyPr anchor="t">
            <a:normAutofit/>
          </a:bodyPr>
          <a:lstStyle>
            <a:lvl1pPr marL="0" indent="0">
              <a:buNone/>
              <a:defRPr sz="2000"/>
            </a:lvl1pPr>
            <a:lvl2pPr marL="457200" indent="0">
              <a:buNone/>
              <a:defRPr sz="2000"/>
            </a:lvl2pPr>
            <a:lvl3pPr marL="914400" indent="0">
              <a:buNone/>
              <a:defRPr sz="20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23900" y="2855968"/>
            <a:ext cx="3855720" cy="3011432"/>
          </a:xfrm>
        </p:spPr>
        <p:txBody>
          <a:bodyPr/>
          <a:lstStyle>
            <a:lvl1pPr marL="0" indent="0">
              <a:lnSpc>
                <a:spcPct val="113000"/>
              </a:lnSpc>
              <a:spcBef>
                <a:spcPts val="0"/>
              </a:spcBef>
              <a:spcAft>
                <a:spcPts val="1500"/>
              </a:spcAft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723900" y="6453386"/>
            <a:ext cx="120457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1/19/2026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2205945" y="6453386"/>
            <a:ext cx="2373675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9883140" y="6453386"/>
            <a:ext cx="1596292" cy="404614"/>
          </a:xfrm>
        </p:spPr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Divider Bar"/>
          <p:cNvSpPr/>
          <p:nvPr/>
        </p:nvSpPr>
        <p:spPr>
          <a:xfrm>
            <a:off x="5303520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2295525"/>
            <a:ext cx="9601200" cy="357187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596561" y="624156"/>
            <a:ext cx="1565766" cy="52432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371600" y="624156"/>
            <a:ext cx="8179641" cy="52432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DE6118-2437-4B30-8E3C-4D2BE6020583}" type="datetimeFigureOut">
              <a:rPr lang="en-US" dirty="0"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9E57DC2-970A-4B3E-BB1C-7A09969E49DF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371600" y="685800"/>
            <a:ext cx="9601200" cy="14859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371600" y="2286000"/>
            <a:ext cx="9601200" cy="3581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390650" y="6453386"/>
            <a:ext cx="120457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fld id="{87DE6118-2437-4B30-8E3C-4D2BE6020583}" type="datetimeFigureOut">
              <a:rPr lang="en-US" dirty="0"/>
              <a:pPr/>
              <a:t>1/19/2026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893564" y="6453386"/>
            <a:ext cx="6280830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aseline="0"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472736" y="6453386"/>
            <a:ext cx="1596292" cy="40461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 baseline="0">
                <a:solidFill>
                  <a:schemeClr val="tx2"/>
                </a:solidFill>
              </a:defRPr>
            </a:lvl1pPr>
          </a:lstStyle>
          <a:p>
            <a:fld id="{69E57DC2-970A-4B3E-BB1C-7A09969E49DF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9" name="Rectangle 8" title="Side bar"/>
          <p:cNvSpPr/>
          <p:nvPr/>
        </p:nvSpPr>
        <p:spPr>
          <a:xfrm>
            <a:off x="478095" y="376"/>
            <a:ext cx="228600" cy="6858000"/>
          </a:xfrm>
          <a:prstGeom prst="rect">
            <a:avLst/>
          </a:prstGeom>
          <a:solidFill>
            <a:schemeClr val="tx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89000"/>
        </a:lnSpc>
        <a:spcBef>
          <a:spcPct val="0"/>
        </a:spcBef>
        <a:buNone/>
        <a:defRPr sz="4400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84048" indent="-384048" algn="l" defTabSz="914400" rtl="0" eaLnBrk="1" latinLnBrk="0" hangingPunct="1">
        <a:lnSpc>
          <a:spcPct val="94000"/>
        </a:lnSpc>
        <a:spcBef>
          <a:spcPts val="1000"/>
        </a:spcBef>
        <a:spcAft>
          <a:spcPts val="200"/>
        </a:spcAft>
        <a:buFont typeface="Franklin Gothic Book" panose="020B0503020102020204" pitchFamily="34" charset="0"/>
        <a:buChar char="■"/>
        <a:defRPr sz="2000" kern="1200" baseline="0">
          <a:solidFill>
            <a:schemeClr val="tx2"/>
          </a:solidFill>
          <a:latin typeface="+mn-lt"/>
          <a:ea typeface="+mn-ea"/>
          <a:cs typeface="+mn-cs"/>
        </a:defRPr>
      </a:lvl1pPr>
      <a:lvl2pPr marL="914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2000" i="1" kern="1200" baseline="0">
          <a:solidFill>
            <a:schemeClr val="tx2"/>
          </a:solidFill>
          <a:latin typeface="+mn-lt"/>
          <a:ea typeface="+mn-ea"/>
          <a:cs typeface="+mn-cs"/>
        </a:defRPr>
      </a:lvl2pPr>
      <a:lvl3pPr marL="1371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800" kern="1200" baseline="0">
          <a:solidFill>
            <a:schemeClr val="tx2"/>
          </a:solidFill>
          <a:latin typeface="+mn-lt"/>
          <a:ea typeface="+mn-ea"/>
          <a:cs typeface="+mn-cs"/>
        </a:defRPr>
      </a:lvl3pPr>
      <a:lvl4pPr marL="1828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800" i="1" kern="1200" baseline="0">
          <a:solidFill>
            <a:schemeClr val="tx2"/>
          </a:solidFill>
          <a:latin typeface="+mn-lt"/>
          <a:ea typeface="+mn-ea"/>
          <a:cs typeface="+mn-cs"/>
        </a:defRPr>
      </a:lvl4pPr>
      <a:lvl5pPr marL="22860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600" kern="1200" baseline="0">
          <a:solidFill>
            <a:schemeClr val="tx2"/>
          </a:solidFill>
          <a:latin typeface="+mn-lt"/>
          <a:ea typeface="+mn-ea"/>
          <a:cs typeface="+mn-cs"/>
        </a:defRPr>
      </a:lvl5pPr>
      <a:lvl6pPr marL="27432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600" i="1" kern="1200" baseline="0">
          <a:solidFill>
            <a:schemeClr val="tx2"/>
          </a:solidFill>
          <a:latin typeface="+mn-lt"/>
          <a:ea typeface="+mn-ea"/>
          <a:cs typeface="+mn-cs"/>
        </a:defRPr>
      </a:lvl6pPr>
      <a:lvl7pPr marL="32004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7pPr>
      <a:lvl8pPr marL="36576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–"/>
        <a:defRPr sz="1400" i="1" kern="1200" baseline="0">
          <a:solidFill>
            <a:schemeClr val="tx2"/>
          </a:solidFill>
          <a:latin typeface="+mn-lt"/>
          <a:ea typeface="+mn-ea"/>
          <a:cs typeface="+mn-cs"/>
        </a:defRPr>
      </a:lvl8pPr>
      <a:lvl9pPr marL="4114800" indent="-384048" algn="l" defTabSz="914400" rtl="0" eaLnBrk="1" latinLnBrk="0" hangingPunct="1">
        <a:lnSpc>
          <a:spcPct val="94000"/>
        </a:lnSpc>
        <a:spcBef>
          <a:spcPts val="500"/>
        </a:spcBef>
        <a:spcAft>
          <a:spcPts val="200"/>
        </a:spcAft>
        <a:buFont typeface="Franklin Gothic Book" panose="020B0503020102020204" pitchFamily="34" charset="0"/>
        <a:buChar char="■"/>
        <a:defRPr sz="1400" kern="1200" baseline="0">
          <a:solidFill>
            <a:schemeClr val="tx2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3" orient="horz" pos="1368">
          <p15:clr>
            <a:srgbClr val="F26B43"/>
          </p15:clr>
        </p15:guide>
        <p15:guide id="4" orient="horz" pos="1440">
          <p15:clr>
            <a:srgbClr val="F26B43"/>
          </p15:clr>
        </p15:guide>
        <p15:guide id="6" orient="horz" pos="3696">
          <p15:clr>
            <a:srgbClr val="F26B43"/>
          </p15:clr>
        </p15:guide>
        <p15:guide id="7" orient="horz" pos="432">
          <p15:clr>
            <a:srgbClr val="F26B43"/>
          </p15:clr>
        </p15:guide>
        <p15:guide id="8" orient="horz" pos="1512">
          <p15:clr>
            <a:srgbClr val="F26B43"/>
          </p15:clr>
        </p15:guide>
        <p15:guide id="9" pos="6912">
          <p15:clr>
            <a:srgbClr val="F26B43"/>
          </p15:clr>
        </p15:guide>
        <p15:guide id="10" pos="936">
          <p15:clr>
            <a:srgbClr val="F26B43"/>
          </p15:clr>
        </p15:guide>
        <p15:guide id="11" pos="864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hyperlink" Target="https://d.docs.live.net/fed47d94121193ea/Documents/GitHub" TargetMode="Externa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2B7646A-B9E0-22BC-F711-94F78641B18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915385" y="2106386"/>
            <a:ext cx="8361229" cy="2098226"/>
          </a:xfrm>
        </p:spPr>
        <p:txBody>
          <a:bodyPr/>
          <a:lstStyle/>
          <a:p>
            <a:r>
              <a:rPr lang="en-US" sz="4800" b="1" dirty="0"/>
              <a:t>INFOSYS SPRING BOARD</a:t>
            </a:r>
            <a:br>
              <a:rPr lang="en-US" sz="4800" dirty="0"/>
            </a:br>
            <a:br>
              <a:rPr lang="en-US" sz="4800" dirty="0"/>
            </a:br>
            <a:r>
              <a:rPr lang="en-US" sz="3600" dirty="0"/>
              <a:t>AI Knowledge Graph Builder for</a:t>
            </a:r>
            <a:br>
              <a:rPr lang="en-US" sz="3600" dirty="0"/>
            </a:br>
            <a:r>
              <a:rPr lang="en-US" sz="3600" dirty="0"/>
              <a:t>Enterprise Intelligence</a:t>
            </a:r>
            <a:endParaRPr lang="en-IN" sz="3600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D558768-39A3-FE16-D0CF-63F1AFC97D5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923564" y="4751614"/>
            <a:ext cx="2447064" cy="759279"/>
          </a:xfrm>
        </p:spPr>
        <p:txBody>
          <a:bodyPr>
            <a:normAutofit fontScale="62500" lnSpcReduction="20000"/>
          </a:bodyPr>
          <a:lstStyle/>
          <a:p>
            <a:pPr algn="l"/>
            <a:r>
              <a:rPr lang="en-US" dirty="0"/>
              <a:t>By: GROUP-2</a:t>
            </a:r>
          </a:p>
          <a:p>
            <a:pPr algn="l"/>
            <a:r>
              <a:rPr lang="en-US" dirty="0"/>
              <a:t>    SURYAKALA R</a:t>
            </a:r>
          </a:p>
          <a:p>
            <a:pPr algn="l"/>
            <a:r>
              <a:rPr lang="en-US" dirty="0"/>
              <a:t>    MADHAV B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70975707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A535F2-1370-1595-3D30-051BF71785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01586" y="1061358"/>
            <a:ext cx="9601200" cy="5551714"/>
          </a:xfrm>
        </p:spPr>
        <p:txBody>
          <a:bodyPr>
            <a:noAutofit/>
          </a:bodyPr>
          <a:lstStyle/>
          <a:p>
            <a:pPr>
              <a:lnSpc>
                <a:spcPct val="150000"/>
              </a:lnSpc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Dynamic knowledge graph</a:t>
            </a:r>
            <a:br>
              <a:rPr lang="en-US" sz="2000" dirty="0"/>
            </a:br>
            <a:r>
              <a:rPr lang="en-US" sz="2000" dirty="0"/>
              <a:t>  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will be automatically update itself in the real time data, relationship between the nodes and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attributes are incrementally updated in response to streaming, transactional, or event-driven data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Sources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*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Numerical, Categorical, Time-Series, Image/Multimedia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Core Technologies</a:t>
            </a: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*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RAG Pipelines,</a:t>
            </a:r>
            <a:r>
              <a:rPr lang="en-IN" sz="2000" b="1" i="1" dirty="0"/>
              <a:t> 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Embedding, Semantic search</a:t>
            </a: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976002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00A0F1E-D785-633E-33D2-A026A7E2512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685800"/>
            <a:ext cx="9601200" cy="5181600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          </a:t>
            </a:r>
            <a:r>
              <a:rPr lang="en-US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Ingestion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the process of collecting data from various sources and preparing it for storage, analytics, machine learning, or reporting.</a:t>
            </a:r>
            <a:b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Processing Layer 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/>
              <a:t>Processing Layer</a:t>
            </a:r>
            <a:r>
              <a:rPr lang="en-US" dirty="0"/>
              <a:t> acts as the bridge between raw enterprise data and usable, structured information.</a:t>
            </a:r>
          </a:p>
          <a:p>
            <a:pPr marL="0" indent="0">
              <a:lnSpc>
                <a:spcPct val="150000"/>
              </a:lnSpc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Key Preprocessing Methods</a:t>
            </a:r>
          </a:p>
          <a:p>
            <a:pPr marL="0" indent="0">
              <a:buNone/>
            </a:pP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</a:t>
            </a: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Removes errors, duplicates, and missing values</a:t>
            </a:r>
          </a:p>
          <a:p>
            <a:pPr marL="0" indent="0">
              <a:buNone/>
            </a:pP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Normalization</a:t>
            </a: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Converts data into a consistent format</a:t>
            </a:r>
          </a:p>
          <a:p>
            <a:pPr marL="0" indent="0">
              <a:buNone/>
            </a:pPr>
            <a:r>
              <a:rPr lang="en-US" sz="22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Indexing</a:t>
            </a:r>
            <a:endParaRPr lang="en-US" sz="22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/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Organizes data for fast search and retrieval</a:t>
            </a:r>
          </a:p>
          <a:p>
            <a:pPr lvl="1"/>
            <a:endParaRPr lang="en-US" sz="2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lnSpc>
                <a:spcPct val="150000"/>
              </a:lnSpc>
              <a:buNone/>
            </a:pPr>
            <a:endParaRPr lang="en-IN" b="1" dirty="0"/>
          </a:p>
        </p:txBody>
      </p:sp>
    </p:spTree>
    <p:extLst>
      <p:ext uri="{BB962C8B-B14F-4D97-AF65-F5344CB8AC3E}">
        <p14:creationId xmlns:p14="http://schemas.microsoft.com/office/powerpoint/2010/main" val="15641798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CC5110-7BA9-31B1-E422-BE8175A801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345520"/>
            <a:ext cx="9601200" cy="5521880"/>
          </a:xfrm>
        </p:spPr>
        <p:txBody>
          <a:bodyPr/>
          <a:lstStyle/>
          <a:p>
            <a:pPr marL="0" indent="0">
              <a:buNone/>
            </a:pPr>
            <a:r>
              <a:rPr lang="en-US" b="1" dirty="0"/>
              <a:t>Data Filtering</a:t>
            </a:r>
            <a:endParaRPr lang="en-US" dirty="0"/>
          </a:p>
          <a:p>
            <a:r>
              <a:rPr lang="en-US" dirty="0"/>
              <a:t>Remove unnecessary columns</a:t>
            </a:r>
          </a:p>
          <a:p>
            <a:r>
              <a:rPr lang="en-US" dirty="0"/>
              <a:t>Filter records based on conditions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Standardization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Standard date/time formats</a:t>
            </a:r>
          </a:p>
          <a:p>
            <a:pPr marL="0" indent="0"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Enrichment</a:t>
            </a:r>
          </a:p>
          <a:p>
            <a:pPr marL="0" indent="0">
              <a:buNone/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Enrichment is the process of adding extra information to existing data to make it more complete, accurate, and useful.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49B90DD-A4BB-59E2-107E-3BD0A0BF6F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110953" y="3790846"/>
            <a:ext cx="7643522" cy="236240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2180057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8FDB36E-7F5D-AC95-E40C-E8CA0D5259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371600" y="947057"/>
            <a:ext cx="9601200" cy="4920343"/>
          </a:xfrm>
        </p:spPr>
        <p:txBody>
          <a:bodyPr/>
          <a:lstStyle/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PREPROCESSING</a:t>
            </a:r>
          </a:p>
          <a:p>
            <a:pPr marL="0" indent="0">
              <a:buNone/>
            </a:pP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Github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indent="0">
              <a:buNone/>
            </a:pPr>
            <a:endParaRPr lang="en-IN" dirty="0">
              <a:hlinkClick r:id="rId2"/>
            </a:endParaRPr>
          </a:p>
          <a:p>
            <a:r>
              <a:rPr lang="en-IN" dirty="0">
                <a:hlinkClick r:id="rId2"/>
              </a:rPr>
              <a:t>https://github.com/SuryakalaR/AI-knowledge-graph-Builder-for-enterprise-intelligence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541332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2BF7319-DE2A-5198-798F-72F6C6A06A5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355521" y="2759528"/>
            <a:ext cx="9601200" cy="1485900"/>
          </a:xfrm>
        </p:spPr>
        <p:txBody>
          <a:bodyPr>
            <a:normAutofit/>
          </a:bodyPr>
          <a:lstStyle/>
          <a:p>
            <a:r>
              <a:rPr lang="en-IN" sz="8800" dirty="0"/>
              <a:t>THANK YOU </a:t>
            </a:r>
          </a:p>
        </p:txBody>
      </p:sp>
    </p:spTree>
    <p:extLst>
      <p:ext uri="{BB962C8B-B14F-4D97-AF65-F5344CB8AC3E}">
        <p14:creationId xmlns:p14="http://schemas.microsoft.com/office/powerpoint/2010/main" val="2965088746"/>
      </p:ext>
    </p:extLst>
  </p:cSld>
  <p:clrMapOvr>
    <a:masterClrMapping/>
  </p:clrMapOvr>
</p:sld>
</file>

<file path=ppt/theme/theme1.xml><?xml version="1.0" encoding="utf-8"?>
<a:theme xmlns:a="http://schemas.openxmlformats.org/drawingml/2006/main" name="Crop">
  <a:themeElements>
    <a:clrScheme name="Crop">
      <a:dk1>
        <a:sysClr val="windowText" lastClr="000000"/>
      </a:dk1>
      <a:lt1>
        <a:sysClr val="window" lastClr="FFFFFF"/>
      </a:lt1>
      <a:dk2>
        <a:srgbClr val="191B0E"/>
      </a:dk2>
      <a:lt2>
        <a:srgbClr val="EFEDE3"/>
      </a:lt2>
      <a:accent1>
        <a:srgbClr val="8C8D86"/>
      </a:accent1>
      <a:accent2>
        <a:srgbClr val="E6C069"/>
      </a:accent2>
      <a:accent3>
        <a:srgbClr val="897B61"/>
      </a:accent3>
      <a:accent4>
        <a:srgbClr val="8DAB8E"/>
      </a:accent4>
      <a:accent5>
        <a:srgbClr val="77A2BB"/>
      </a:accent5>
      <a:accent6>
        <a:srgbClr val="E28394"/>
      </a:accent6>
      <a:hlink>
        <a:srgbClr val="77A2BB"/>
      </a:hlink>
      <a:folHlink>
        <a:srgbClr val="957A99"/>
      </a:folHlink>
    </a:clrScheme>
    <a:fontScheme name="Crop">
      <a:maj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Franklin Gothic Book" panose="020B0503020102020204"/>
        <a:ea typeface=""/>
        <a:cs typeface=""/>
        <a:font script="Jpan" typeface="メイリオ"/>
        <a:font script="Hang" typeface="돋움"/>
        <a:font script="Hans" typeface="华文楷体"/>
        <a:font script="Hant" typeface="微軟正黑體"/>
        <a:font script="Arab" typeface="Tahoma"/>
        <a:font script="Hebr" typeface="Aharoni"/>
        <a:font script="Thai" typeface="Lily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Crop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satMod val="105000"/>
                <a:lumMod val="110000"/>
              </a:schemeClr>
            </a:gs>
            <a:gs pos="50000">
              <a:schemeClr val="phClr">
                <a:tint val="73000"/>
                <a:satMod val="103000"/>
                <a:lumMod val="105000"/>
              </a:schemeClr>
            </a:gs>
            <a:gs pos="100000">
              <a:schemeClr val="phClr">
                <a:tint val="81000"/>
                <a:satMod val="109000"/>
                <a:lumMod val="105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satMod val="103000"/>
                <a:lumMod val="102000"/>
              </a:schemeClr>
            </a:gs>
            <a:gs pos="50000">
              <a:schemeClr val="phClr">
                <a:shade val="100000"/>
                <a:satMod val="110000"/>
                <a:lumMod val="100000"/>
              </a:schemeClr>
            </a:gs>
            <a:gs pos="100000">
              <a:schemeClr val="phClr">
                <a:shade val="78000"/>
                <a:satMod val="120000"/>
                <a:lumMod val="99000"/>
              </a:schemeClr>
            </a:gs>
          </a:gsLst>
          <a:lin ang="5400000" scaled="0"/>
        </a:gradFill>
      </a:fillStyleLst>
      <a:lnStyleLst>
        <a:ln w="6350" cap="flat" cmpd="sng" algn="in">
          <a:solidFill>
            <a:schemeClr val="phClr"/>
          </a:solidFill>
          <a:prstDash val="solid"/>
        </a:ln>
        <a:ln w="34925" cap="flat" cmpd="sng" algn="in">
          <a:solidFill>
            <a:schemeClr val="phClr"/>
          </a:solidFill>
          <a:prstDash val="solid"/>
        </a:ln>
        <a:ln w="19050" cap="flat" cmpd="sng" algn="in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3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satMod val="150000"/>
                <a:lumMod val="102000"/>
              </a:schemeClr>
            </a:gs>
            <a:gs pos="50000">
              <a:schemeClr val="phClr">
                <a:tint val="98000"/>
                <a:shade val="90000"/>
                <a:satMod val="13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Crop" id="{EC9488ED-E761-4D60-9AC4-764D1FE2C171}" vid="{CE19780C-D67D-4C13-9DE9-A52BC3BA51B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{260F0DE4-AFD7-46FD-A563-314443CBF3FC}TFc3084226-2d0c-440f-9f46-6b48c7a7f670e6ba4a85-fc4a2881d6b3</Template>
  <TotalTime>371</TotalTime>
  <Words>224</Words>
  <Application>Microsoft Office PowerPoint</Application>
  <PresentationFormat>Widescreen</PresentationFormat>
  <Paragraphs>28</Paragraphs>
  <Slides>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Franklin Gothic Book</vt:lpstr>
      <vt:lpstr>Times New Roman</vt:lpstr>
      <vt:lpstr>Crop</vt:lpstr>
      <vt:lpstr>INFOSYS SPRING BOARD  AI Knowledge Graph Builder for Enterprise Intelligence</vt:lpstr>
      <vt:lpstr>Dynamic knowledge graph    It will be automatically update itself in the real time data, relationship between the nodes and attributes are incrementally updated in response to streaming, transactional, or event-driven data. Data Sources    * Numerical, Categorical, Time-Series, Image/Multimedia. Core Technologies *RAG Pipelines, Embedding, Semantic search     </vt:lpstr>
      <vt:lpstr>PowerPoint Presentation</vt:lpstr>
      <vt:lpstr>PowerPoint Presentation</vt:lpstr>
      <vt:lpstr>PowerPoint Presentation</vt:lpstr>
      <vt:lpstr>THANK YOU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Suryakala R</dc:creator>
  <cp:lastModifiedBy>Suryakala R</cp:lastModifiedBy>
  <cp:revision>1</cp:revision>
  <dcterms:created xsi:type="dcterms:W3CDTF">2026-01-19T02:03:44Z</dcterms:created>
  <dcterms:modified xsi:type="dcterms:W3CDTF">2026-01-19T11:52:45Z</dcterms:modified>
</cp:coreProperties>
</file>